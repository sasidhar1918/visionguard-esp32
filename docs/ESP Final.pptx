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2" r:id="rId2"/>
    <p:sldId id="285" r:id="rId3"/>
    <p:sldId id="279" r:id="rId4"/>
    <p:sldId id="284" r:id="rId5"/>
    <p:sldId id="269" r:id="rId6"/>
    <p:sldId id="290" r:id="rId7"/>
    <p:sldId id="286" r:id="rId8"/>
    <p:sldId id="288" r:id="rId9"/>
    <p:sldId id="28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C16F24-BF02-99F9-9DA6-7EED3F9116A1}" v="780" dt="2025-04-16T16:35:59.812"/>
    <p1510:client id="{2722156B-F0A0-C166-B1EF-243A1643354D}" v="291" dt="2025-04-16T16:36:46.590"/>
    <p1510:client id="{2A0CB51E-1A5E-37ED-C69E-D08E3A129B5D}" v="58" dt="2025-04-15T12:36:04.734"/>
    <p1510:client id="{45F3CF37-940A-C2F1-2DDA-91D46E270A4D}" v="859" dt="2025-04-15T10:58:13.240"/>
    <p1510:client id="{4A79E9A1-1041-5ACA-57C0-AD7F796D969E}" v="1137" dt="2025-04-16T15:30:03.856"/>
    <p1510:client id="{4E7D34F8-B75E-E5F9-6980-9093D07DA689}" v="11" dt="2025-04-15T12:20:14.832"/>
    <p1510:client id="{6897BC89-3F9E-4DEE-D056-8B18798F2BED}" v="235" dt="2025-04-15T12:13:56.403"/>
    <p1510:client id="{6A6DD9EB-2577-631D-C723-86D34521FD68}" v="553" dt="2025-04-16T16:47:17.097"/>
    <p1510:client id="{705343D8-BEC8-C246-E6D3-8ED52104A071}" v="9" dt="2025-04-16T09:08:16.363"/>
    <p1510:client id="{835BC822-A97A-4E3A-FD12-8B3BBA59EA5C}" v="2" dt="2025-04-16T13:01:46.338"/>
    <p1510:client id="{96E2C0D3-6878-4279-BBB0-EC59EFC220DE}" v="955" dt="2025-04-15T11:57:11.663"/>
    <p1510:client id="{9922B7D7-642A-77C8-4E4D-A3E90FFD3033}" v="52" dt="2025-04-16T11:42:03.095"/>
    <p1510:client id="{AAF73C7E-8D5A-402A-AF97-DD0CCB5CEAF3}" v="202" dt="2025-04-15T12:30:55.692"/>
    <p1510:client id="{C0C89138-2111-9DA8-B91F-1115FDED7D7E}" v="22" dt="2025-04-16T09:29:04.965"/>
    <p1510:client id="{D9B667B5-C92B-BF81-0D53-AC8477CF0749}" v="6" dt="2025-04-15T12:18:23.0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5150734"/>
          </a:xfrm>
          <a:prstGeom prst="rect">
            <a:avLst/>
          </a:prstGeom>
          <a:solidFill>
            <a:srgbClr val="214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85754"/>
            <a:ext cx="9144000" cy="2387600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48313"/>
            <a:ext cx="9144000" cy="1472877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EDEAE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402388"/>
            <a:ext cx="6667016" cy="1230538"/>
          </a:xfrm>
          <a:prstGeom prst="rect">
            <a:avLst/>
          </a:prstGeom>
        </p:spPr>
      </p:pic>
      <p:cxnSp>
        <p:nvCxnSpPr>
          <p:cNvPr id="17" name="Straight Connector 16"/>
          <p:cNvCxnSpPr/>
          <p:nvPr/>
        </p:nvCxnSpPr>
        <p:spPr>
          <a:xfrm>
            <a:off x="6736460" y="5335929"/>
            <a:ext cx="0" cy="1354238"/>
          </a:xfrm>
          <a:prstGeom prst="line">
            <a:avLst/>
          </a:prstGeom>
          <a:ln>
            <a:solidFill>
              <a:srgbClr val="214B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/>
          <p:cNvSpPr>
            <a:spLocks noGrp="1"/>
          </p:cNvSpPr>
          <p:nvPr>
            <p:ph type="body" sz="quarter" idx="10" hasCustomPrompt="1"/>
          </p:nvPr>
        </p:nvSpPr>
        <p:spPr>
          <a:xfrm>
            <a:off x="7048981" y="5335588"/>
            <a:ext cx="4862031" cy="1354137"/>
          </a:xfrm>
        </p:spPr>
        <p:txBody>
          <a:bodyPr anchor="ctr">
            <a:normAutofit/>
          </a:bodyPr>
          <a:lstStyle>
            <a:lvl1pPr>
              <a:defRPr sz="1800" baseline="0"/>
            </a:lvl1pPr>
          </a:lstStyle>
          <a:p>
            <a:pPr lvl="0"/>
            <a:r>
              <a:rPr lang="en-US"/>
              <a:t>Dr./Mr./Mrs. Name</a:t>
            </a:r>
          </a:p>
          <a:p>
            <a:pPr lvl="0"/>
            <a:r>
              <a:rPr lang="en-US"/>
              <a:t>Designation</a:t>
            </a:r>
          </a:p>
        </p:txBody>
      </p:sp>
    </p:spTree>
    <p:extLst>
      <p:ext uri="{BB962C8B-B14F-4D97-AF65-F5344CB8AC3E}">
        <p14:creationId xmlns:p14="http://schemas.microsoft.com/office/powerpoint/2010/main" val="3469694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3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70916" y="6311899"/>
            <a:ext cx="1523010" cy="365125"/>
          </a:xfrm>
        </p:spPr>
        <p:txBody>
          <a:bodyPr lIns="90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60A353-A2D5-45A3-8E07-6CC29A176C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21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59399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473716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760A353-A2D5-45A3-8E07-6CC29A176C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49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3425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3425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760A353-A2D5-45A3-8E07-6CC29A176C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84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4"/>
            <a:ext cx="10515600" cy="943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5558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379773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5558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379773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760A353-A2D5-45A3-8E07-6CC29A176C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636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0A353-A2D5-45A3-8E07-6CC29A176C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974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0A353-A2D5-45A3-8E07-6CC29A176C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673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0A353-A2D5-45A3-8E07-6CC29A176C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972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0A353-A2D5-45A3-8E07-6CC29A176C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85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0A353-A2D5-45A3-8E07-6CC29A176C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618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91500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91500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0A353-A2D5-45A3-8E07-6CC29A176C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286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://www.iiitdm.ac.in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108732"/>
            <a:ext cx="12192000" cy="749268"/>
          </a:xfrm>
          <a:prstGeom prst="rect">
            <a:avLst/>
          </a:prstGeom>
          <a:solidFill>
            <a:srgbClr val="214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2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11107"/>
            <a:ext cx="10515600" cy="4368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fld id="{0760A353-A2D5-45A3-8E07-6CC29A176C2E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hlinkClick r:id="rId13"/>
            <a:hlinkHover r:id="" action="ppaction://noaction" highlightClick="1"/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47" y="6184361"/>
            <a:ext cx="3239999" cy="598010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3472405" y="6227180"/>
            <a:ext cx="0" cy="5440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7628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214B8C"/>
          </a:solidFill>
          <a:latin typeface="Bookman Old Style" charset="0"/>
          <a:ea typeface="Bookman Old Style" charset="0"/>
          <a:cs typeface="Bookman Old Style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Source Sans Pro" charset="0"/>
          <a:ea typeface="Source Sans Pro" charset="0"/>
          <a:cs typeface="Source Sans Pro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Source Sans Pro" charset="0"/>
          <a:ea typeface="Source Sans Pro" charset="0"/>
          <a:cs typeface="Source Sans Pro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Source Sans Pro" charset="0"/>
          <a:ea typeface="Source Sans Pro" charset="0"/>
          <a:cs typeface="Source Sans Pro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Source Sans Pro" charset="0"/>
          <a:ea typeface="Source Sans Pro" charset="0"/>
          <a:cs typeface="Source Sans Pro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Source Sans Pro" charset="0"/>
          <a:ea typeface="Source Sans Pro" charset="0"/>
          <a:cs typeface="Source Sans Pro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59731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SMART HOME AUTOMATION AND SURVEILLANCE SYSTEM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Source Sans Pro"/>
                <a:ea typeface="Source Sans Pro"/>
              </a:rPr>
              <a:t>P.SWAMINATHA – EC23B1091</a:t>
            </a:r>
          </a:p>
          <a:p>
            <a:pPr marL="0" indent="0">
              <a:buNone/>
            </a:pPr>
            <a:r>
              <a:rPr lang="en-US" b="1" dirty="0">
                <a:latin typeface="Source Sans Pro"/>
                <a:ea typeface="Source Sans Pro"/>
              </a:rPr>
              <a:t>Y.V. SASIDHAR – EC23B1095</a:t>
            </a:r>
          </a:p>
          <a:p>
            <a:pPr marL="0" indent="0">
              <a:buNone/>
            </a:pPr>
            <a:r>
              <a:rPr lang="en-US" b="1" dirty="0">
                <a:latin typeface="Source Sans Pro"/>
                <a:ea typeface="Source Sans Pro"/>
              </a:rPr>
              <a:t>L. SAI RAM – EC23B1106</a:t>
            </a:r>
          </a:p>
        </p:txBody>
      </p:sp>
    </p:spTree>
    <p:extLst>
      <p:ext uri="{BB962C8B-B14F-4D97-AF65-F5344CB8AC3E}">
        <p14:creationId xmlns:p14="http://schemas.microsoft.com/office/powerpoint/2010/main" val="2126264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7773A-3BC0-E55E-7A8E-130D61C58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Features: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DFE8A-FA7F-56E1-23BD-A2E13BD19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consists of 3 sub-divisions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surveillance using the ESP Cam module to detect intruder if motion is detected.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Capturing soil moisture to trigger the motor for watering the plants.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Capturing the speech using the microphone and using an API to convert into text for controlling home appliances.</a:t>
            </a:r>
          </a:p>
        </p:txBody>
      </p:sp>
    </p:spTree>
    <p:extLst>
      <p:ext uri="{BB962C8B-B14F-4D97-AF65-F5344CB8AC3E}">
        <p14:creationId xmlns:p14="http://schemas.microsoft.com/office/powerpoint/2010/main" val="1209438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B0B20-19AB-31BD-F5B3-D3FBD5294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38A64-87E5-0E9D-F131-1674C56C0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5">
                    <a:lumMod val="49000"/>
                  </a:schemeClr>
                </a:solidFill>
                <a:latin typeface="Bookman Old Style"/>
                <a:ea typeface="Roboto"/>
                <a:cs typeface="Roboto"/>
              </a:rPr>
              <a:t>CODE SNIPPETS: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0319FE-31BE-3C9A-9058-5548D3C5E5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245" y="1308325"/>
            <a:ext cx="6076950" cy="3990975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2966A04F-A63E-E8B3-A716-BD75552FE3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934" y="1115284"/>
            <a:ext cx="4334916" cy="4923667"/>
          </a:xfrm>
        </p:spPr>
      </p:pic>
    </p:spTree>
    <p:extLst>
      <p:ext uri="{BB962C8B-B14F-4D97-AF65-F5344CB8AC3E}">
        <p14:creationId xmlns:p14="http://schemas.microsoft.com/office/powerpoint/2010/main" val="3784520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CC43D-69D5-754A-D0C0-15E3A9799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DB6EE-577F-1606-597B-5D1535431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solidFill>
                  <a:schemeClr val="accent5">
                    <a:lumMod val="49000"/>
                  </a:schemeClr>
                </a:solidFill>
                <a:latin typeface="Bookman Old Style"/>
                <a:ea typeface="Roboto"/>
                <a:cs typeface="Roboto"/>
              </a:rPr>
              <a:t>CODE SNIPPETS: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7D4C1A1-BE3F-3A59-0DDD-54EA0FAC5C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08326"/>
            <a:ext cx="4447257" cy="403606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E73AC8-0BC0-32FB-3CC3-0B794C3650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464" y="1060967"/>
            <a:ext cx="4471157" cy="473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834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AB017-EC52-316C-3C9B-F452AA1D3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latin typeface="Bookman Old Style"/>
                <a:ea typeface="Roboto"/>
                <a:cs typeface="Roboto"/>
              </a:rPr>
              <a:t>HARDWARE COMPON</a:t>
            </a:r>
            <a:r>
              <a:rPr lang="en-US" sz="3200" b="1">
                <a:solidFill>
                  <a:schemeClr val="accent5">
                    <a:lumMod val="76000"/>
                  </a:schemeClr>
                </a:solidFill>
                <a:latin typeface="Bookman Old Style"/>
                <a:ea typeface="Roboto"/>
                <a:cs typeface="Roboto"/>
              </a:rPr>
              <a:t>ENTS REQUIRED</a:t>
            </a:r>
            <a:endParaRPr lang="en-US" sz="3200" b="1">
              <a:solidFill>
                <a:schemeClr val="accent5">
                  <a:lumMod val="76000"/>
                </a:schemeClr>
              </a:solidFill>
              <a:latin typeface="Bookman Old Style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A14E8-BCAE-44F2-1908-2E9A29BF4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5904"/>
            <a:ext cx="10515600" cy="411125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900" b="1" dirty="0">
                <a:latin typeface="Bookman Old Style"/>
                <a:ea typeface="Source Sans Pro"/>
                <a:cs typeface="Calibri"/>
              </a:rPr>
              <a:t>ESP Wroom 32</a:t>
            </a:r>
          </a:p>
          <a:p>
            <a:pPr>
              <a:lnSpc>
                <a:spcPct val="100000"/>
              </a:lnSpc>
            </a:pPr>
            <a:r>
              <a:rPr lang="en-US" sz="1900" b="1" dirty="0">
                <a:latin typeface="Bookman Old Style"/>
                <a:ea typeface="Source Sans Pro"/>
                <a:cs typeface="Calibri"/>
              </a:rPr>
              <a:t>ESP 32 CAM</a:t>
            </a:r>
          </a:p>
          <a:p>
            <a:pPr>
              <a:lnSpc>
                <a:spcPct val="100000"/>
              </a:lnSpc>
            </a:pPr>
            <a:r>
              <a:rPr lang="en-US" sz="1900" b="1" dirty="0">
                <a:latin typeface="Bookman Old Style"/>
                <a:ea typeface="Source Sans Pro"/>
                <a:cs typeface="Calibri"/>
              </a:rPr>
              <a:t>Capacitive Soil Moisture sensor</a:t>
            </a:r>
          </a:p>
          <a:p>
            <a:pPr>
              <a:lnSpc>
                <a:spcPct val="100000"/>
              </a:lnSpc>
            </a:pPr>
            <a:r>
              <a:rPr lang="en-US" sz="1900" b="1" dirty="0">
                <a:latin typeface="Bookman Old Style"/>
                <a:ea typeface="Source Sans Pro"/>
                <a:cs typeface="Calibri"/>
              </a:rPr>
              <a:t>Microphone (INMP441)</a:t>
            </a:r>
          </a:p>
          <a:p>
            <a:pPr>
              <a:lnSpc>
                <a:spcPct val="100000"/>
              </a:lnSpc>
            </a:pPr>
            <a:r>
              <a:rPr lang="en-US" sz="1900" b="1" dirty="0">
                <a:latin typeface="Bookman Old Style"/>
                <a:ea typeface="Source Sans Pro"/>
                <a:cs typeface="Calibri"/>
              </a:rPr>
              <a:t>Led</a:t>
            </a:r>
          </a:p>
          <a:p>
            <a:pPr>
              <a:lnSpc>
                <a:spcPct val="100000"/>
              </a:lnSpc>
            </a:pPr>
            <a:r>
              <a:rPr lang="en-US" sz="1900" b="1" dirty="0">
                <a:latin typeface="Bookman Old Style"/>
                <a:ea typeface="Source Sans Pro"/>
                <a:cs typeface="Calibri"/>
              </a:rPr>
              <a:t>6V DC motor </a:t>
            </a:r>
          </a:p>
          <a:p>
            <a:pPr>
              <a:lnSpc>
                <a:spcPct val="100000"/>
              </a:lnSpc>
            </a:pPr>
            <a:r>
              <a:rPr lang="en-US" sz="1900" b="1" dirty="0">
                <a:latin typeface="Bookman Old Style"/>
                <a:ea typeface="Source Sans Pro"/>
                <a:cs typeface="Calibri"/>
              </a:rPr>
              <a:t>Relay module</a:t>
            </a:r>
          </a:p>
          <a:p>
            <a:pPr>
              <a:lnSpc>
                <a:spcPct val="100000"/>
              </a:lnSpc>
            </a:pPr>
            <a:r>
              <a:rPr lang="en-US" sz="1900" b="1" dirty="0">
                <a:latin typeface="Bookman Old Style"/>
                <a:ea typeface="Source Sans Pro"/>
                <a:cs typeface="Calibri"/>
              </a:rPr>
              <a:t>9V battery</a:t>
            </a:r>
          </a:p>
          <a:p>
            <a:endParaRPr lang="en-US" sz="1900" dirty="0">
              <a:latin typeface="Bookman Old Style"/>
              <a:ea typeface="Source Sans Pro"/>
              <a:cs typeface="Calibri"/>
            </a:endParaRPr>
          </a:p>
          <a:p>
            <a:endParaRPr lang="en-US" sz="1900" dirty="0">
              <a:latin typeface="Bookman Old Style"/>
              <a:ea typeface="Source Sans Pro"/>
              <a:cs typeface="Calibri"/>
            </a:endParaRPr>
          </a:p>
          <a:p>
            <a:endParaRPr lang="en-US" sz="1900" dirty="0">
              <a:latin typeface="Bookman Old Style"/>
              <a:ea typeface="Source Sans Pro"/>
              <a:cs typeface="Calibri"/>
            </a:endParaRPr>
          </a:p>
          <a:p>
            <a:endParaRPr lang="en-US" sz="2400" b="1" dirty="0">
              <a:latin typeface="Bookman Old Style"/>
              <a:ea typeface="Calibri"/>
              <a:cs typeface="Calibri"/>
            </a:endParaRPr>
          </a:p>
          <a:p>
            <a:pPr>
              <a:buNone/>
            </a:pPr>
            <a:endParaRPr lang="en-US" b="1" dirty="0">
              <a:latin typeface="Aptos"/>
              <a:ea typeface="Roboto"/>
              <a:cs typeface="Roboto"/>
            </a:endParaRPr>
          </a:p>
          <a:p>
            <a:pPr>
              <a:buNone/>
            </a:pPr>
            <a:endParaRPr lang="en-US" sz="2000" b="1" dirty="0">
              <a:latin typeface="Roboto"/>
              <a:ea typeface="Roboto"/>
              <a:cs typeface="Roboto"/>
            </a:endParaRPr>
          </a:p>
          <a:p>
            <a:pPr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55205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C6B2D-8C67-784D-D7C4-1B1332B3A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7AA34-360B-BA8F-1E30-2B3FD115B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F3AEBB-130E-CCBD-AC40-EB3CDD2E89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37" t="58537"/>
          <a:stretch/>
        </p:blipFill>
        <p:spPr>
          <a:xfrm>
            <a:off x="939800" y="1166783"/>
            <a:ext cx="9961880" cy="4382193"/>
          </a:xfrm>
        </p:spPr>
      </p:pic>
    </p:spTree>
    <p:extLst>
      <p:ext uri="{BB962C8B-B14F-4D97-AF65-F5344CB8AC3E}">
        <p14:creationId xmlns:p14="http://schemas.microsoft.com/office/powerpoint/2010/main" val="3179996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3C97C-1EA3-557B-062B-8D029CCBC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</a:t>
            </a:r>
            <a:endParaRPr lang="en-IN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1936A0-2131-2F7A-86A3-BED50F2D2A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22857"/>
          <a:stretch/>
        </p:blipFill>
        <p:spPr>
          <a:xfrm>
            <a:off x="2946015" y="1081485"/>
            <a:ext cx="6604385" cy="492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207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E9294-4C47-919F-4990-2C5075B19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7B925-2208-FC53-424A-BCD23D97A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</a:t>
            </a:r>
            <a:endParaRPr lang="en-IN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D833F45-F65E-53DF-CFBE-8B5C9D0F09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905" b="36886"/>
          <a:stretch/>
        </p:blipFill>
        <p:spPr>
          <a:xfrm>
            <a:off x="2067560" y="1110005"/>
            <a:ext cx="7858760" cy="4637989"/>
          </a:xfrm>
        </p:spPr>
      </p:pic>
    </p:spTree>
    <p:extLst>
      <p:ext uri="{BB962C8B-B14F-4D97-AF65-F5344CB8AC3E}">
        <p14:creationId xmlns:p14="http://schemas.microsoft.com/office/powerpoint/2010/main" val="1635306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A5E54-E680-84BA-6BF3-A84125096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68070-BDEB-FF1E-F14C-37D72B633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FDFC3D-C30E-7E08-45EA-8FCCBFDC96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8326"/>
            <a:ext cx="5872480" cy="440436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F0E903-29D2-11FE-945B-EF89D5D91C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08326"/>
            <a:ext cx="5872480" cy="440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54072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92504410-41E7-40B5-9BAE-B0FD8ED8DFC4}" vid="{87ADA132-0FDE-4F71-8CC0-1ADA43B6B6E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41</TotalTime>
  <Words>114</Words>
  <Application>Microsoft Office PowerPoint</Application>
  <PresentationFormat>Widescreen</PresentationFormat>
  <Paragraphs>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Arial</vt:lpstr>
      <vt:lpstr>Bookman Old Style</vt:lpstr>
      <vt:lpstr>Calibri</vt:lpstr>
      <vt:lpstr>Roboto</vt:lpstr>
      <vt:lpstr>Source Sans Pro</vt:lpstr>
      <vt:lpstr>Times New Roman</vt:lpstr>
      <vt:lpstr>Theme1</vt:lpstr>
      <vt:lpstr>SMART HOME AUTOMATION AND SURVEILLANCE SYSTEM</vt:lpstr>
      <vt:lpstr>Features:</vt:lpstr>
      <vt:lpstr>CODE SNIPPETS:</vt:lpstr>
      <vt:lpstr>CODE SNIPPETS:</vt:lpstr>
      <vt:lpstr>HARDWARE COMPONENTS REQUIRED</vt:lpstr>
      <vt:lpstr>RESULTS</vt:lpstr>
      <vt:lpstr>RESULTS</vt:lpstr>
      <vt:lpstr>RESULTS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Swaminatha Putcha</dc:creator>
  <cp:lastModifiedBy>Sabbathi Dheeraj</cp:lastModifiedBy>
  <cp:revision>230</cp:revision>
  <dcterms:created xsi:type="dcterms:W3CDTF">2025-04-12T12:29:05Z</dcterms:created>
  <dcterms:modified xsi:type="dcterms:W3CDTF">2025-04-21T07:08:00Z</dcterms:modified>
</cp:coreProperties>
</file>